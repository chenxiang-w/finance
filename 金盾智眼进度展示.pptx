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2235" y="302895"/>
            <a:ext cx="12192000" cy="6555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8295" y="1131570"/>
            <a:ext cx="24796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ECarts</a:t>
            </a:r>
            <a:r>
              <a:rPr lang="zh-CN" altLang="en-US">
                <a:solidFill>
                  <a:srgbClr val="FF0000"/>
                </a:solidFill>
              </a:rPr>
              <a:t>世界地图，每</a:t>
            </a:r>
            <a:r>
              <a:rPr lang="en-US" altLang="zh-CN">
                <a:solidFill>
                  <a:srgbClr val="FF0000"/>
                </a:solidFill>
              </a:rPr>
              <a:t>60</a:t>
            </a:r>
            <a:r>
              <a:rPr lang="zh-CN" altLang="en-US">
                <a:solidFill>
                  <a:srgbClr val="FF0000"/>
                </a:solidFill>
              </a:rPr>
              <a:t>秒实时绘制</a:t>
            </a:r>
            <a:r>
              <a:rPr lang="zh-CN" altLang="en-US">
                <a:solidFill>
                  <a:srgbClr val="FF0000"/>
                </a:solidFill>
              </a:rPr>
              <a:t>地图，包含部分地区主要诈骗类型和风险</a:t>
            </a:r>
            <a:r>
              <a:rPr lang="zh-CN" altLang="en-US">
                <a:solidFill>
                  <a:srgbClr val="FF0000"/>
                </a:solidFill>
              </a:rPr>
              <a:t>等级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42150" y="5316855"/>
            <a:ext cx="1521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滚动播放威胁情报</a:t>
            </a:r>
            <a:r>
              <a:rPr lang="zh-CN" altLang="en-US">
                <a:solidFill>
                  <a:srgbClr val="FF0000"/>
                </a:solidFill>
              </a:rPr>
              <a:t>流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589895" y="2696845"/>
            <a:ext cx="11118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软件页面和管理</a:t>
            </a:r>
            <a:r>
              <a:rPr lang="zh-CN" altLang="en-US">
                <a:solidFill>
                  <a:srgbClr val="FF0000"/>
                </a:solidFill>
              </a:rPr>
              <a:t>员页面</a:t>
            </a:r>
            <a:r>
              <a:rPr lang="zh-CN" altLang="en-US">
                <a:solidFill>
                  <a:srgbClr val="FF0000"/>
                </a:solidFill>
              </a:rPr>
              <a:t>入口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1455" y="1058545"/>
            <a:ext cx="8352155" cy="3862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62890" y="5161915"/>
            <a:ext cx="8425180" cy="15576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324340" y="3669665"/>
            <a:ext cx="2244725" cy="4978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屏幕截图 2026-06-20 205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" y="120650"/>
            <a:ext cx="11862435" cy="64776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8975" y="1229360"/>
            <a:ext cx="2896870" cy="2984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90110" y="1012825"/>
            <a:ext cx="1440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案例</a:t>
            </a:r>
            <a:r>
              <a:rPr lang="zh-CN" altLang="en-US">
                <a:solidFill>
                  <a:srgbClr val="FF0000"/>
                </a:solidFill>
              </a:rPr>
              <a:t>填充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3255" y="1689100"/>
            <a:ext cx="2735580" cy="2222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838575" y="1381125"/>
            <a:ext cx="7179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功能选择，目前实现了批量检测，生成报告和分析结果，</a:t>
            </a:r>
            <a:r>
              <a:rPr lang="en-US" altLang="zh-CN">
                <a:solidFill>
                  <a:srgbClr val="FF0000"/>
                </a:solidFill>
              </a:rPr>
              <a:t>URL</a:t>
            </a:r>
            <a:r>
              <a:rPr lang="zh-CN" altLang="en-US">
                <a:solidFill>
                  <a:srgbClr val="FF0000"/>
                </a:solidFill>
              </a:rPr>
              <a:t>检测只能识别，无法抓取内容和</a:t>
            </a:r>
            <a:r>
              <a:rPr lang="zh-CN" altLang="en-US">
                <a:solidFill>
                  <a:srgbClr val="FF0000"/>
                </a:solidFill>
              </a:rPr>
              <a:t>判断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6595" y="2133600"/>
            <a:ext cx="11242040" cy="9423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3910" y="2133600"/>
            <a:ext cx="1264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输入</a:t>
            </a:r>
            <a:r>
              <a:rPr lang="zh-CN" altLang="en-US">
                <a:solidFill>
                  <a:srgbClr val="FF0000"/>
                </a:solidFill>
              </a:rPr>
              <a:t>框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>
            <a:stCxn id="8" idx="3"/>
          </p:cNvCxnSpPr>
          <p:nvPr/>
        </p:nvCxnSpPr>
        <p:spPr>
          <a:xfrm flipV="1">
            <a:off x="3378835" y="1796415"/>
            <a:ext cx="440690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62305" y="3275330"/>
            <a:ext cx="6712585" cy="20840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83920" y="3558540"/>
            <a:ext cx="2936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分析结果展示，数据图表等</a:t>
            </a:r>
            <a:r>
              <a:rPr lang="zh-CN" altLang="en-US">
                <a:solidFill>
                  <a:srgbClr val="FF0000"/>
                </a:solidFill>
              </a:rPr>
              <a:t>未同步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09205" y="3228975"/>
            <a:ext cx="4436745" cy="31953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679940" y="3558540"/>
            <a:ext cx="221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智能体对话框部分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6855" y="845820"/>
            <a:ext cx="260985" cy="9582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73430" y="478155"/>
            <a:ext cx="8046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侧边栏部分，包含检测历史，统计分析和部分设置。部分功能打算移植到管理员页面，未连接后端，功能都未</a:t>
            </a:r>
            <a:r>
              <a:rPr lang="zh-CN" altLang="en-US">
                <a:solidFill>
                  <a:srgbClr val="FF0000"/>
                </a:solidFill>
              </a:rPr>
              <a:t>实现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20" name="直接箭头连接符 19"/>
          <p:cNvCxnSpPr>
            <a:stCxn id="6" idx="3"/>
            <a:endCxn id="7" idx="1"/>
          </p:cNvCxnSpPr>
          <p:nvPr/>
        </p:nvCxnSpPr>
        <p:spPr>
          <a:xfrm flipV="1">
            <a:off x="3585845" y="1196975"/>
            <a:ext cx="1104265" cy="181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9" idx="1"/>
          </p:cNvCxnSpPr>
          <p:nvPr/>
        </p:nvCxnSpPr>
        <p:spPr>
          <a:xfrm>
            <a:off x="374650" y="769620"/>
            <a:ext cx="398780" cy="31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615"/>
            <a:ext cx="12192000" cy="66681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9280" y="1382395"/>
            <a:ext cx="2605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检测样例展示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185"/>
            <a:ext cx="12192000" cy="66916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74235" y="1681480"/>
            <a:ext cx="3065145" cy="3355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50765" y="1772920"/>
            <a:ext cx="965200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管理员登录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7189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21005" y="578485"/>
            <a:ext cx="1386840" cy="2413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2445" y="808355"/>
            <a:ext cx="120396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功能列表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87065" y="156210"/>
            <a:ext cx="3004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仪表盘，可以看到相关数据和模型具体</a:t>
            </a:r>
            <a:r>
              <a:rPr lang="zh-CN" altLang="en-US">
                <a:solidFill>
                  <a:srgbClr val="FF0000"/>
                </a:solidFill>
              </a:rPr>
              <a:t>状态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25"/>
            <a:ext cx="12192000" cy="6736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75205" y="156210"/>
            <a:ext cx="5487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可以查看注册用户相关</a:t>
            </a:r>
            <a:r>
              <a:rPr lang="zh-CN" altLang="en-US">
                <a:solidFill>
                  <a:srgbClr val="FF0000"/>
                </a:solidFill>
              </a:rPr>
              <a:t>信息，打算创建用户数据库，储存用户相关信息，但还没创建用户信息相关</a:t>
            </a:r>
            <a:r>
              <a:rPr lang="zh-CN" altLang="en-US">
                <a:solidFill>
                  <a:srgbClr val="FF0000"/>
                </a:solidFill>
              </a:rPr>
              <a:t>字段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24790"/>
            <a:ext cx="12192000" cy="66401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98065" y="271145"/>
            <a:ext cx="6936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案例管理，可以对训练模型所需案例进行管理，未连接到相关数据，后端实现了对文本数据的清洗，但未在该部分实现</a:t>
            </a:r>
            <a:r>
              <a:rPr lang="zh-CN" altLang="en-US">
                <a:solidFill>
                  <a:srgbClr val="FF0000"/>
                </a:solidFill>
              </a:rPr>
              <a:t>调用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790"/>
            <a:ext cx="12192000" cy="6662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17165" y="213360"/>
            <a:ext cx="6383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模型管理，可以根据管理的案例直接在页面对模型进行训练，功能未</a:t>
            </a:r>
            <a:r>
              <a:rPr lang="zh-CN" altLang="en-US">
                <a:solidFill>
                  <a:srgbClr val="FF0000"/>
                </a:solidFill>
              </a:rPr>
              <a:t>实现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4470"/>
            <a:ext cx="12098655" cy="66535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3305" y="282575"/>
            <a:ext cx="5599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可以实时检测当前电脑性能，打算添加一些其他可以监测的</a:t>
            </a:r>
            <a:r>
              <a:rPr lang="zh-CN" altLang="en-US">
                <a:solidFill>
                  <a:srgbClr val="FF0000"/>
                </a:solidFill>
              </a:rPr>
              <a:t>内容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WPS 演示</Application>
  <PresentationFormat>宽屏</PresentationFormat>
  <Paragraphs>34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23879</dc:creator>
  <cp:lastModifiedBy>WPS_1780806942</cp:lastModifiedBy>
  <cp:revision>6</cp:revision>
  <dcterms:created xsi:type="dcterms:W3CDTF">2023-07-11T07:43:00Z</dcterms:created>
  <dcterms:modified xsi:type="dcterms:W3CDTF">2026-06-20T14:10:06Z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2052-12.1.0.26880</vt:lpwstr>
  </property>
  <property fmtid="{D5CDD505-2E9C-101B-9397-08002B2CF9AE}" pid="3" name="ICV">
    <vt:lpwstr>D0BC6FC2C0564324A26B7C3ED4FF4060_11</vt:lpwstr>
  </property>
</Properties>
</file>